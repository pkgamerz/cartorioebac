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176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777240"/>
            <a:ext cx="1463040" cy="502920"/>
          </a:xfrm>
          <a:prstGeom prst="rect">
            <a:avLst>
              <a:gd name="adj" fmla="val 18182"/>
            </a:avLst>
          </a:prstGeom>
          <a:solidFill>
            <a:srgbClr val="2176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777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CARTÓRIO DA EBAC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Evolutivas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A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dinâmico de melhorias e próximos passos para o projeto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 H. Kamimura  ·  EBAC TI do Zero  ·  Módulo 5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 que são Evolutivas?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2176F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25880"/>
            <a:ext cx="8412480" cy="1417320"/>
          </a:xfrm>
          <a:prstGeom prst="rect">
            <a:avLst/>
          </a:prstGeom>
          <a:solidFill>
            <a:srgbClr val="E8F1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109728" cy="1417320"/>
          </a:xfrm>
          <a:prstGeom prst="rect">
            <a:avLst/>
          </a:prstGeom>
          <a:solidFill>
            <a:srgbClr val="2176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89888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evolutivos são caracterizados por iterações que possibilitam o desenvolvimento de várias versões do produto. As versões são colocadas em produção, os requisitos sofrem refinamentos constantes e cada implantação pode gerar novos requisitos.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97180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971800"/>
            <a:ext cx="2651760" cy="73152"/>
          </a:xfrm>
          <a:prstGeom prst="rect">
            <a:avLst/>
          </a:prstGeom>
          <a:solidFill>
            <a:srgbClr val="2176FF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30906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Iterativo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" y="3547872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versão adiciona valor incremental ao produto.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297180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971800"/>
            <a:ext cx="265176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30906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Refinável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10128" y="3547872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evoluem com base no uso real e no feedback.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297180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971800"/>
            <a:ext cx="265176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144768" y="30906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Incremental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44768" y="3547872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no modelo cascata, cada entrega é uma "cascatinha".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As 4 Evolutivas do Projeto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2588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325880"/>
            <a:ext cx="128016" cy="1600200"/>
          </a:xfrm>
          <a:prstGeom prst="rect">
            <a:avLst/>
          </a:prstGeom>
          <a:solidFill>
            <a:srgbClr val="2176FF"/>
          </a:solidFill>
          <a:ln/>
        </p:spPr>
      </p:sp>
      <p:sp>
        <p:nvSpPr>
          <p:cNvPr id="7" name="Shape 5"/>
          <p:cNvSpPr/>
          <p:nvPr/>
        </p:nvSpPr>
        <p:spPr>
          <a:xfrm>
            <a:off x="3429000" y="1435608"/>
            <a:ext cx="77724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4356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Alta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9768" y="1417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Backup de Dados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" y="18745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cópias automáticas dos arquivos de registro para evitar perda de dados por exclusão acidental ou falha de sistema.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325880"/>
            <a:ext cx="128016" cy="1600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0" y="1435608"/>
            <a:ext cx="77724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0" y="14356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Alta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64608" y="1417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Tratativa de Erros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64608" y="18745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validações robustas de CPF, campos obrigatórios e mensagens de erro claras para cada operação do sistema.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315468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154680"/>
            <a:ext cx="128016" cy="1600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Shape 17"/>
          <p:cNvSpPr/>
          <p:nvPr/>
        </p:nvSpPr>
        <p:spPr>
          <a:xfrm>
            <a:off x="3429000" y="3264408"/>
            <a:ext cx="77724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32644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Média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9768" y="32461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Conectividade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9768" y="37033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Evoluir o software de local para conectado, permitindo acesso remoto, multi-usuário e sincronização de dados em rede.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315468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154680"/>
            <a:ext cx="128016" cy="1600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7863840" y="3264408"/>
            <a:ext cx="77724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0" y="32644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Média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64608" y="32461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Monitoria de Usuários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64608" y="37033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logs de uso: quem acessou, o que consultou, quando e quais operações foram realizadas — com relatórios de auditoria.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Roadmap — Linha do Tempo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606040"/>
            <a:ext cx="8229600" cy="54864"/>
          </a:xfrm>
          <a:prstGeom prst="rect">
            <a:avLst/>
          </a:prstGeom>
          <a:solidFill>
            <a:srgbClr val="2176FF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" y="2423160"/>
            <a:ext cx="402336" cy="402336"/>
          </a:xfrm>
          <a:prstGeom prst="ellipse">
            <a:avLst/>
          </a:prstGeom>
          <a:solidFill>
            <a:srgbClr val="64748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11430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" y="292608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" y="1719072"/>
            <a:ext cx="27432" cy="7132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2404872" y="2423160"/>
            <a:ext cx="402336" cy="402336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48840" y="11430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292608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Tratativa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Erros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96896" y="1719072"/>
            <a:ext cx="27432" cy="7132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4370832" y="2423160"/>
            <a:ext cx="402336" cy="402336"/>
          </a:xfrm>
          <a:prstGeom prst="ellipse">
            <a:avLst/>
          </a:prstGeom>
          <a:solidFill>
            <a:srgbClr val="2176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0" y="11430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292608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Dados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62856" y="1719072"/>
            <a:ext cx="27432" cy="713232"/>
          </a:xfrm>
          <a:prstGeom prst="rect">
            <a:avLst/>
          </a:prstGeom>
          <a:solidFill>
            <a:srgbClr val="2176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336792" y="2423160"/>
            <a:ext cx="402336" cy="40233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80760" y="11430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80760" y="292608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Usuários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28816" y="1719072"/>
            <a:ext cx="27432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8074152" y="2423160"/>
            <a:ext cx="402336" cy="402336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818120" y="11430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18120" y="292608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Multi-usuário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66176" y="1719072"/>
            <a:ext cx="27432" cy="7132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7AAE"/>
                </a:solidFill>
              </a:rPr>
              <a:t>Q1 · 2026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83464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7AAE"/>
                </a:solidFill>
              </a:rPr>
              <a:t>Q2 · 2026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7AAE"/>
                </a:solidFill>
              </a:rPr>
              <a:t>Q3 · 2026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04088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7AAE"/>
                </a:solidFill>
              </a:rPr>
              <a:t>Q4 · 2026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5537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85AA"/>
                </a:solidFill>
              </a:rPr>
              <a:t>Cada versão é incremental — o produto anterior continua funcionando durante a evolução.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🛡️  Como Implementar: Tratativa de Erros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261872"/>
            <a:ext cx="438912" cy="43891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61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126187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Validar CPF antes de operar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60520" y="1261872"/>
            <a:ext cx="4709160" cy="43891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24528" y="126187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if(strlen(cpf) != 11) { printf("[ERRO] CPF inválido.\n"); return 1; }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203704"/>
            <a:ext cx="438912" cy="43891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203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220370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Verificar campos vazios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60520" y="2203704"/>
            <a:ext cx="4709160" cy="43891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24528" y="220370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if(strlen(nome) == 0) { printf("[ERRO] Nome obrigatório.\n"); return 1; 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145536"/>
            <a:ext cx="438912" cy="43891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145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314553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Confirmar antes de deletar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60520" y="3145536"/>
            <a:ext cx="4709160" cy="43891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24528" y="314553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printf("Confirmar exclusão de %s? (S/N): ", cpf); scanf("%c", &amp;conf); if(conf != 'S') return 0;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087368"/>
            <a:ext cx="438912" cy="43891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087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" y="408736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Tratar fopen == NULL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60520" y="4087368"/>
            <a:ext cx="4709160" cy="43891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224528" y="408736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if(file == NULL) { printf("[ERRO] Arquivo não encontrado.\n"); return 1; }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solidFill>
            <a:srgbClr val="E8F1FF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✅  Resultado esperado: o sistema nunca trava ou exibe comportamento indefinido para o usuário.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17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💾  Como Implementar: Backup de Dados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34440"/>
            <a:ext cx="2651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Estado Atual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737360"/>
            <a:ext cx="2560320" cy="8686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737360"/>
            <a:ext cx="73152" cy="8686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83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Arquivo original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existe no disco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761488"/>
            <a:ext cx="2560320" cy="8686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761488"/>
            <a:ext cx="73152" cy="8686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0720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Operação 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deltar ou editar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785616"/>
            <a:ext cx="2560320" cy="8686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785616"/>
            <a:ext cx="73152" cy="8686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3133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Dado permanentemente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perdido se erro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17520" y="2514600"/>
            <a:ext cx="182880" cy="54864"/>
          </a:xfrm>
          <a:prstGeom prst="rect">
            <a:avLst/>
          </a:prstGeom>
          <a:solidFill>
            <a:srgbClr val="2176FF"/>
          </a:solidFill>
          <a:ln/>
        </p:spPr>
      </p:sp>
      <p:sp>
        <p:nvSpPr>
          <p:cNvPr id="17" name="Text 15"/>
          <p:cNvSpPr/>
          <p:nvPr/>
        </p:nvSpPr>
        <p:spPr>
          <a:xfrm>
            <a:off x="3108960" y="2423160"/>
            <a:ext cx="109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76FF"/>
                </a:solidFill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1234440"/>
            <a:ext cx="2651760" cy="384048"/>
          </a:xfrm>
          <a:prstGeom prst="rect">
            <a:avLst/>
          </a:prstGeom>
          <a:solidFill>
            <a:srgbClr val="2176FF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12344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Nova Lógica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1737360"/>
            <a:ext cx="2560320" cy="8686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1737360"/>
            <a:ext cx="73152" cy="868680"/>
          </a:xfrm>
          <a:prstGeom prst="rect">
            <a:avLst/>
          </a:prstGeom>
          <a:solidFill>
            <a:srgbClr val="2176FF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1783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Antes de alterar: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copiar arquivo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2761488"/>
            <a:ext cx="2560320" cy="8686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2761488"/>
            <a:ext cx="73152" cy="868680"/>
          </a:xfrm>
          <a:prstGeom prst="rect">
            <a:avLst/>
          </a:prstGeom>
          <a:solidFill>
            <a:srgbClr val="2176FF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280720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Criar pasta /backup/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se não existir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3785616"/>
            <a:ext cx="2560320" cy="8686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3785616"/>
            <a:ext cx="73152" cy="868680"/>
          </a:xfrm>
          <a:prstGeom prst="rect">
            <a:avLst/>
          </a:prstGeom>
          <a:solidFill>
            <a:srgbClr val="2176FF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383133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Salvar cópia como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cpf_backup_YYYYMMDD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52160" y="2514600"/>
            <a:ext cx="182880" cy="54864"/>
          </a:xfrm>
          <a:prstGeom prst="rect">
            <a:avLst/>
          </a:prstGeom>
          <a:solidFill>
            <a:srgbClr val="2176FF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0" y="2423160"/>
            <a:ext cx="109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76FF"/>
                </a:solidFill>
              </a:rPr>
              <a:t>▶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1234440"/>
            <a:ext cx="265176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035040" y="12344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Estado Evoluído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80760" y="1737360"/>
            <a:ext cx="2560320" cy="8686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80760" y="1737360"/>
            <a:ext cx="73152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1783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Dado original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seguro em /backup/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80760" y="2761488"/>
            <a:ext cx="2560320" cy="8686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0760" y="2761488"/>
            <a:ext cx="73152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280720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Operação executa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normalmente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80760" y="3785616"/>
            <a:ext cx="2560320" cy="8686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80760" y="3785616"/>
            <a:ext cx="73152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6217920" y="383133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Recuperação manual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se necessário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sprintf(bkp, "backup/%s_bkp_%s", cpf, data);  |  rename(cpf, bkp);  // move para backup antes de operar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🌐  Como Implementar: Conectividade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234440"/>
            <a:ext cx="393192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3931920" cy="43891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344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🖥️  HOJE — Apenas Local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Um único computador acessa os dados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Arquivos armazenados localmente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autenticação de usuário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Impossível acesso remoto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sincronização entre máquinas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651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</a:rPr>
              <a:t>➡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937760" y="1234440"/>
            <a:ext cx="393192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234440"/>
            <a:ext cx="3931920" cy="43891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2344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🌐  FUTURO — Conectado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178308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Banco de dados SQLite ou MySQL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Acesso via rede local (LAN) ou nuvem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 com usuário e senha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Multi-usuário simultâneo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Logs automáticos de acesso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💡 Próximo passo prático: substituir fopen/fclose por chamadas a sqlite3 ou socket TCP/IP em C.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📊  Como Implementar: Monitoria de Usuários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261872"/>
            <a:ext cx="411480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61872"/>
            <a:ext cx="41148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3990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</a:rPr>
              <a:t>🕐  Data e Hora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Registrar timestamp de cada operação usando time.h e strftime().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261872"/>
            <a:ext cx="411480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261872"/>
            <a:ext cx="4114800" cy="73152"/>
          </a:xfrm>
          <a:prstGeom prst="rect">
            <a:avLst/>
          </a:prstGeom>
          <a:solidFill>
            <a:srgbClr val="2176FF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3990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</a:rPr>
              <a:t>👤  Operador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Identificar qual usuário executou cada ação (futura autenticação).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411480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26080"/>
            <a:ext cx="41148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063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</a:rPr>
              <a:t>📝  Tipo de Ação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3493008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Marcar se foi um REGISTRO, CONSULTA ou EXCLUSÃO no log.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11480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26080"/>
            <a:ext cx="41148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063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</a:rPr>
              <a:t>📁  Arquivo de Log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3493008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Salvar em log.txt com formato: DATA | HORA | AÇÃO | CPF.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fprintf(log, "%s | %s | CPF: %s\n", data_hora, tipo_acao, cpf);  // Grava no log a cada operação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Resumo &amp; Próximos Passos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234440"/>
            <a:ext cx="2103120" cy="329184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10312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371600"/>
            <a:ext cx="548640" cy="54864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V1.0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Entregue 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487168"/>
            <a:ext cx="19019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Consulta, Deletar com interface colorida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77440" y="1234440"/>
            <a:ext cx="2103120" cy="329184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77440" y="1234440"/>
            <a:ext cx="210312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3154680" y="137160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V1.1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6888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Próxima 🔧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87168" y="2487168"/>
            <a:ext cx="19019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validações e tratativa de erros no código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1234440"/>
            <a:ext cx="2103120" cy="329184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80560" y="1234440"/>
            <a:ext cx="2103120" cy="73152"/>
          </a:xfrm>
          <a:prstGeom prst="rect">
            <a:avLst/>
          </a:prstGeom>
          <a:solidFill>
            <a:srgbClr val="2176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257800" y="1371600"/>
            <a:ext cx="548640" cy="548640"/>
          </a:xfrm>
          <a:prstGeom prst="ellipse">
            <a:avLst/>
          </a:prstGeom>
          <a:solidFill>
            <a:srgbClr val="2176FF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V1.2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76FF"/>
                </a:solidFill>
              </a:rPr>
              <a:t>Planejada 📅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90288" y="2487168"/>
            <a:ext cx="19019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rotina de backup automático em /backup/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0" y="1234440"/>
            <a:ext cx="2103120" cy="329184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83680" y="1234440"/>
            <a:ext cx="21031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7360920" y="13716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73609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V1.3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7512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Futura 🗓️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93408" y="2487168"/>
            <a:ext cx="19019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sistema de log de operações (log.txt)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4645152"/>
            <a:ext cx="8595360" cy="384048"/>
          </a:xfrm>
          <a:prstGeom prst="rect">
            <a:avLst/>
          </a:prstGeom>
          <a:solidFill>
            <a:srgbClr val="2176FF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 Cada versão entrega valor real ao cliente e prepara o terreno para a próxima evolução.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176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A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evoluindo o projeto — cada iteração é um passo em direção ao produto ideal.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2560320" cy="457200"/>
          </a:xfrm>
          <a:prstGeom prst="rect">
            <a:avLst/>
          </a:prstGeom>
          <a:solidFill>
            <a:srgbClr val="2176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Patrick H. Kamimura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A"/>
                </a:solidFill>
              </a:rPr>
              <a:t>EBAC — TI do Zero  ·  Módulo 5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Roadmap de Evolutivas — Cartório da EBAC</dc:title>
  <dc:subject>PptxGenJS Presentation</dc:subject>
  <dc:creator>Patrick H. Kamimura</dc:creator>
  <cp:lastModifiedBy>Patrick H. Kamimura</cp:lastModifiedBy>
  <cp:revision>1</cp:revision>
  <dcterms:created xsi:type="dcterms:W3CDTF">2026-05-11T15:28:55Z</dcterms:created>
  <dcterms:modified xsi:type="dcterms:W3CDTF">2026-05-11T15:28:55Z</dcterms:modified>
</cp:coreProperties>
</file>